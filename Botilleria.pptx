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Albert Sans Medium"/>
      <p:regular r:id="rId14"/>
      <p:bold r:id="rId15"/>
      <p:italic r:id="rId16"/>
      <p:boldItalic r:id="rId17"/>
    </p:embeddedFont>
    <p:embeddedFont>
      <p:font typeface="Albert Sans SemiBold"/>
      <p:regular r:id="rId18"/>
      <p:bold r:id="rId19"/>
      <p:italic r:id="rId20"/>
      <p:boldItalic r:id="rId21"/>
    </p:embeddedFont>
    <p:embeddedFont>
      <p:font typeface="Albert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60">
          <p15:clr>
            <a:srgbClr val="747775"/>
          </p15:clr>
        </p15:guide>
      </p15:sldGuideLst>
    </p:ext>
    <p:ext uri="GoogleSlidesCustomDataVersion2">
      <go:slidesCustomData xmlns:go="http://customooxmlschemas.google.com/" r:id="rId26" roundtripDataSignature="AMtx7miaZNf07vgMWR2G0qUIwAFxytCU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lbertSansSemiBold-italic.fntdata"/><Relationship Id="rId22" Type="http://schemas.openxmlformats.org/officeDocument/2006/relationships/font" Target="fonts/AlbertSans-regular.fntdata"/><Relationship Id="rId21" Type="http://schemas.openxmlformats.org/officeDocument/2006/relationships/font" Target="fonts/AlbertSansSemiBold-boldItalic.fntdata"/><Relationship Id="rId24" Type="http://schemas.openxmlformats.org/officeDocument/2006/relationships/font" Target="fonts/AlbertSans-italic.fntdata"/><Relationship Id="rId23" Type="http://schemas.openxmlformats.org/officeDocument/2006/relationships/font" Target="fonts/Albert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Albert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AlbertSansMedium-bold.fntdata"/><Relationship Id="rId14" Type="http://schemas.openxmlformats.org/officeDocument/2006/relationships/font" Target="fonts/AlbertSansMedium-regular.fntdata"/><Relationship Id="rId17" Type="http://schemas.openxmlformats.org/officeDocument/2006/relationships/font" Target="fonts/AlbertSansMedium-boldItalic.fntdata"/><Relationship Id="rId16" Type="http://schemas.openxmlformats.org/officeDocument/2006/relationships/font" Target="fonts/AlbertSansMedium-italic.fntdata"/><Relationship Id="rId19" Type="http://schemas.openxmlformats.org/officeDocument/2006/relationships/font" Target="fonts/AlbertSansSemiBold-bold.fntdata"/><Relationship Id="rId18" Type="http://schemas.openxmlformats.org/officeDocument/2006/relationships/font" Target="fonts/AlbertSans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60dcd10fc7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60dcd10f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66ea1133b5_0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66ea1133b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bd07548e5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7bd07548e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7bd07548e5_1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g37bd07548e5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8"/>
          <p:cNvSpPr txBox="1"/>
          <p:nvPr>
            <p:ph type="ctrTitle"/>
          </p:nvPr>
        </p:nvSpPr>
        <p:spPr>
          <a:xfrm>
            <a:off x="2164950" y="737225"/>
            <a:ext cx="4814100" cy="2945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0" sz="8500">
                <a:latin typeface="Albert Sans SemiBold"/>
                <a:ea typeface="Albert Sans SemiBold"/>
                <a:cs typeface="Albert Sans SemiBold"/>
                <a:sym typeface="Albert Sans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" type="subTitle"/>
          </p:nvPr>
        </p:nvSpPr>
        <p:spPr>
          <a:xfrm>
            <a:off x="2488500" y="3653275"/>
            <a:ext cx="4167000" cy="35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11" name="Google Shape;11;p18"/>
          <p:cNvCxnSpPr/>
          <p:nvPr/>
        </p:nvCxnSpPr>
        <p:spPr>
          <a:xfrm rot="10800000">
            <a:off x="269250" y="362050"/>
            <a:ext cx="1097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18"/>
          <p:cNvCxnSpPr/>
          <p:nvPr/>
        </p:nvCxnSpPr>
        <p:spPr>
          <a:xfrm rot="10800000">
            <a:off x="7750700" y="4970800"/>
            <a:ext cx="1097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9"/>
          <p:cNvSpPr txBox="1"/>
          <p:nvPr>
            <p:ph type="title"/>
          </p:nvPr>
        </p:nvSpPr>
        <p:spPr>
          <a:xfrm>
            <a:off x="2301300" y="1536450"/>
            <a:ext cx="45414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19"/>
          <p:cNvSpPr txBox="1"/>
          <p:nvPr>
            <p:ph idx="1" type="subTitle"/>
          </p:nvPr>
        </p:nvSpPr>
        <p:spPr>
          <a:xfrm>
            <a:off x="2301300" y="2517775"/>
            <a:ext cx="4541400" cy="9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" name="Google Shape;16;p19"/>
          <p:cNvSpPr/>
          <p:nvPr/>
        </p:nvSpPr>
        <p:spPr>
          <a:xfrm>
            <a:off x="924600" y="698700"/>
            <a:ext cx="7294800" cy="37461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9"/>
          <p:cNvSpPr/>
          <p:nvPr/>
        </p:nvSpPr>
        <p:spPr>
          <a:xfrm>
            <a:off x="3026700" y="446525"/>
            <a:ext cx="3090600" cy="60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9"/>
          <p:cNvSpPr/>
          <p:nvPr/>
        </p:nvSpPr>
        <p:spPr>
          <a:xfrm>
            <a:off x="3026700" y="4128725"/>
            <a:ext cx="3090600" cy="60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3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" type="subTitle"/>
          </p:nvPr>
        </p:nvSpPr>
        <p:spPr>
          <a:xfrm>
            <a:off x="3277700" y="1357475"/>
            <a:ext cx="40461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100">
                <a:latin typeface="Albert Sans Medium"/>
                <a:ea typeface="Albert Sans Medium"/>
                <a:cs typeface="Albert Sans Medium"/>
                <a:sym typeface="Albert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9pPr>
          </a:lstStyle>
          <a:p/>
        </p:txBody>
      </p:sp>
      <p:sp>
        <p:nvSpPr>
          <p:cNvPr id="22" name="Google Shape;22;p23"/>
          <p:cNvSpPr txBox="1"/>
          <p:nvPr>
            <p:ph idx="2" type="subTitle"/>
          </p:nvPr>
        </p:nvSpPr>
        <p:spPr>
          <a:xfrm>
            <a:off x="3277700" y="2500972"/>
            <a:ext cx="40461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100">
                <a:latin typeface="Albert Sans Medium"/>
                <a:ea typeface="Albert Sans Medium"/>
                <a:cs typeface="Albert Sans Medium"/>
                <a:sym typeface="Albert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9pPr>
          </a:lstStyle>
          <a:p/>
        </p:txBody>
      </p:sp>
      <p:sp>
        <p:nvSpPr>
          <p:cNvPr id="23" name="Google Shape;23;p23"/>
          <p:cNvSpPr txBox="1"/>
          <p:nvPr>
            <p:ph idx="3" type="subTitle"/>
          </p:nvPr>
        </p:nvSpPr>
        <p:spPr>
          <a:xfrm>
            <a:off x="3277700" y="3644468"/>
            <a:ext cx="40461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100">
                <a:latin typeface="Albert Sans Medium"/>
                <a:ea typeface="Albert Sans Medium"/>
                <a:cs typeface="Albert Sans Medium"/>
                <a:sym typeface="Albert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9pPr>
          </a:lstStyle>
          <a:p/>
        </p:txBody>
      </p:sp>
      <p:sp>
        <p:nvSpPr>
          <p:cNvPr id="24" name="Google Shape;24;p23"/>
          <p:cNvSpPr txBox="1"/>
          <p:nvPr>
            <p:ph idx="4" type="subTitle"/>
          </p:nvPr>
        </p:nvSpPr>
        <p:spPr>
          <a:xfrm>
            <a:off x="3277700" y="1801650"/>
            <a:ext cx="4046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5" type="subTitle"/>
          </p:nvPr>
        </p:nvSpPr>
        <p:spPr>
          <a:xfrm>
            <a:off x="3277700" y="2945150"/>
            <a:ext cx="4046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6" type="subTitle"/>
          </p:nvPr>
        </p:nvSpPr>
        <p:spPr>
          <a:xfrm>
            <a:off x="3277700" y="4088650"/>
            <a:ext cx="4046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" name="Google Shape;27;p23"/>
          <p:cNvSpPr/>
          <p:nvPr/>
        </p:nvSpPr>
        <p:spPr>
          <a:xfrm rot="10800000">
            <a:off x="8510169" y="-318200"/>
            <a:ext cx="1287300" cy="1287300"/>
          </a:xfrm>
          <a:prstGeom prst="arc">
            <a:avLst>
              <a:gd fmla="val 16200000" name="adj1"/>
              <a:gd fmla="val 4041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3"/>
          <p:cNvSpPr/>
          <p:nvPr/>
        </p:nvSpPr>
        <p:spPr>
          <a:xfrm rot="-10567992">
            <a:off x="8429653" y="157679"/>
            <a:ext cx="173495" cy="173495"/>
          </a:xfrm>
          <a:prstGeom prst="plaqu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3"/>
          <p:cNvSpPr/>
          <p:nvPr/>
        </p:nvSpPr>
        <p:spPr>
          <a:xfrm>
            <a:off x="8865847" y="396721"/>
            <a:ext cx="85800" cy="85800"/>
          </a:xfrm>
          <a:prstGeom prst="plaqu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0"/>
          <p:cNvSpPr txBox="1"/>
          <p:nvPr>
            <p:ph type="title"/>
          </p:nvPr>
        </p:nvSpPr>
        <p:spPr>
          <a:xfrm>
            <a:off x="715100" y="3053300"/>
            <a:ext cx="60372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2" name="Google Shape;32;p20"/>
          <p:cNvSpPr txBox="1"/>
          <p:nvPr>
            <p:ph idx="2" type="title"/>
          </p:nvPr>
        </p:nvSpPr>
        <p:spPr>
          <a:xfrm>
            <a:off x="715100" y="1990600"/>
            <a:ext cx="1029000" cy="952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33" name="Google Shape;33;p20"/>
          <p:cNvSpPr txBox="1"/>
          <p:nvPr>
            <p:ph idx="1" type="subTitle"/>
          </p:nvPr>
        </p:nvSpPr>
        <p:spPr>
          <a:xfrm>
            <a:off x="715175" y="3895100"/>
            <a:ext cx="60372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/>
          <p:nvPr>
            <p:ph idx="1" type="subTitle"/>
          </p:nvPr>
        </p:nvSpPr>
        <p:spPr>
          <a:xfrm>
            <a:off x="1290770" y="2312800"/>
            <a:ext cx="29076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bert Sans Medium"/>
              <a:buNone/>
              <a:defRPr sz="2100">
                <a:latin typeface="Albert Sans Medium"/>
                <a:ea typeface="Albert Sans Medium"/>
                <a:cs typeface="Albert Sans Medium"/>
                <a:sym typeface="Albert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bert Sans Medium"/>
              <a:buNone/>
              <a:defRPr sz="2500">
                <a:latin typeface="Albert Sans Medium"/>
                <a:ea typeface="Albert Sans Medium"/>
                <a:cs typeface="Albert Sans Medium"/>
                <a:sym typeface="Albert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bert Sans Medium"/>
              <a:buNone/>
              <a:defRPr sz="2500">
                <a:latin typeface="Albert Sans Medium"/>
                <a:ea typeface="Albert Sans Medium"/>
                <a:cs typeface="Albert Sans Medium"/>
                <a:sym typeface="Albert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bert Sans Medium"/>
              <a:buNone/>
              <a:defRPr sz="2500">
                <a:latin typeface="Albert Sans Medium"/>
                <a:ea typeface="Albert Sans Medium"/>
                <a:cs typeface="Albert Sans Medium"/>
                <a:sym typeface="Albert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bert Sans Medium"/>
              <a:buNone/>
              <a:defRPr sz="2500">
                <a:latin typeface="Albert Sans Medium"/>
                <a:ea typeface="Albert Sans Medium"/>
                <a:cs typeface="Albert Sans Medium"/>
                <a:sym typeface="Albert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bert Sans Medium"/>
              <a:buNone/>
              <a:defRPr sz="2500">
                <a:latin typeface="Albert Sans Medium"/>
                <a:ea typeface="Albert Sans Medium"/>
                <a:cs typeface="Albert Sans Medium"/>
                <a:sym typeface="Albert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bert Sans Medium"/>
              <a:buNone/>
              <a:defRPr sz="2500">
                <a:latin typeface="Albert Sans Medium"/>
                <a:ea typeface="Albert Sans Medium"/>
                <a:cs typeface="Albert Sans Medium"/>
                <a:sym typeface="Albert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bert Sans Medium"/>
              <a:buNone/>
              <a:defRPr sz="2500">
                <a:latin typeface="Albert Sans Medium"/>
                <a:ea typeface="Albert Sans Medium"/>
                <a:cs typeface="Albert Sans Medium"/>
                <a:sym typeface="Albert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bert Sans Medium"/>
              <a:buNone/>
              <a:defRPr sz="2500">
                <a:latin typeface="Albert Sans Medium"/>
                <a:ea typeface="Albert Sans Medium"/>
                <a:cs typeface="Albert Sans Medium"/>
                <a:sym typeface="Albert Sans Medium"/>
              </a:defRPr>
            </a:lvl9pPr>
          </a:lstStyle>
          <a:p/>
        </p:txBody>
      </p:sp>
      <p:sp>
        <p:nvSpPr>
          <p:cNvPr id="36" name="Google Shape;36;p21"/>
          <p:cNvSpPr txBox="1"/>
          <p:nvPr>
            <p:ph idx="2" type="subTitle"/>
          </p:nvPr>
        </p:nvSpPr>
        <p:spPr>
          <a:xfrm>
            <a:off x="4945644" y="2312800"/>
            <a:ext cx="29076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bert Sans Medium"/>
              <a:buNone/>
              <a:defRPr sz="2100">
                <a:latin typeface="Albert Sans Medium"/>
                <a:ea typeface="Albert Sans Medium"/>
                <a:cs typeface="Albert Sans Medium"/>
                <a:sym typeface="Albert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bert Sans Medium"/>
              <a:buNone/>
              <a:defRPr sz="2500">
                <a:latin typeface="Albert Sans Medium"/>
                <a:ea typeface="Albert Sans Medium"/>
                <a:cs typeface="Albert Sans Medium"/>
                <a:sym typeface="Albert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bert Sans Medium"/>
              <a:buNone/>
              <a:defRPr sz="2500">
                <a:latin typeface="Albert Sans Medium"/>
                <a:ea typeface="Albert Sans Medium"/>
                <a:cs typeface="Albert Sans Medium"/>
                <a:sym typeface="Albert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bert Sans Medium"/>
              <a:buNone/>
              <a:defRPr sz="2500">
                <a:latin typeface="Albert Sans Medium"/>
                <a:ea typeface="Albert Sans Medium"/>
                <a:cs typeface="Albert Sans Medium"/>
                <a:sym typeface="Albert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bert Sans Medium"/>
              <a:buNone/>
              <a:defRPr sz="2500">
                <a:latin typeface="Albert Sans Medium"/>
                <a:ea typeface="Albert Sans Medium"/>
                <a:cs typeface="Albert Sans Medium"/>
                <a:sym typeface="Albert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bert Sans Medium"/>
              <a:buNone/>
              <a:defRPr sz="2500">
                <a:latin typeface="Albert Sans Medium"/>
                <a:ea typeface="Albert Sans Medium"/>
                <a:cs typeface="Albert Sans Medium"/>
                <a:sym typeface="Albert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bert Sans Medium"/>
              <a:buNone/>
              <a:defRPr sz="2500">
                <a:latin typeface="Albert Sans Medium"/>
                <a:ea typeface="Albert Sans Medium"/>
                <a:cs typeface="Albert Sans Medium"/>
                <a:sym typeface="Albert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bert Sans Medium"/>
              <a:buNone/>
              <a:defRPr sz="2500">
                <a:latin typeface="Albert Sans Medium"/>
                <a:ea typeface="Albert Sans Medium"/>
                <a:cs typeface="Albert Sans Medium"/>
                <a:sym typeface="Albert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bert Sans Medium"/>
              <a:buNone/>
              <a:defRPr sz="2500">
                <a:latin typeface="Albert Sans Medium"/>
                <a:ea typeface="Albert Sans Medium"/>
                <a:cs typeface="Albert Sans Medium"/>
                <a:sym typeface="Albert Sans Medium"/>
              </a:defRPr>
            </a:lvl9pPr>
          </a:lstStyle>
          <a:p/>
        </p:txBody>
      </p:sp>
      <p:sp>
        <p:nvSpPr>
          <p:cNvPr id="37" name="Google Shape;37;p21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3" type="subTitle"/>
          </p:nvPr>
        </p:nvSpPr>
        <p:spPr>
          <a:xfrm>
            <a:off x="1290756" y="2730400"/>
            <a:ext cx="2907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4" type="subTitle"/>
          </p:nvPr>
        </p:nvSpPr>
        <p:spPr>
          <a:xfrm>
            <a:off x="4945631" y="2730400"/>
            <a:ext cx="2907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" name="Google Shape;40;p21"/>
          <p:cNvSpPr/>
          <p:nvPr/>
        </p:nvSpPr>
        <p:spPr>
          <a:xfrm flipH="1" rot="10800000">
            <a:off x="166252" y="905500"/>
            <a:ext cx="152400" cy="152400"/>
          </a:xfrm>
          <a:prstGeom prst="plaqu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1"/>
          <p:cNvSpPr/>
          <p:nvPr/>
        </p:nvSpPr>
        <p:spPr>
          <a:xfrm flipH="1" rot="10800000">
            <a:off x="318651" y="819702"/>
            <a:ext cx="85800" cy="85800"/>
          </a:xfrm>
          <a:prstGeom prst="plaqu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" name="Google Shape;42;p21"/>
          <p:cNvCxnSpPr/>
          <p:nvPr/>
        </p:nvCxnSpPr>
        <p:spPr>
          <a:xfrm rot="10800000">
            <a:off x="166250" y="375178"/>
            <a:ext cx="1097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" name="Google Shape;43;p21"/>
          <p:cNvSpPr/>
          <p:nvPr/>
        </p:nvSpPr>
        <p:spPr>
          <a:xfrm flipH="1">
            <a:off x="7601400" y="1523600"/>
            <a:ext cx="1542600" cy="1542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1"/>
          <p:cNvSpPr/>
          <p:nvPr/>
        </p:nvSpPr>
        <p:spPr>
          <a:xfrm flipH="1">
            <a:off x="7304650" y="1442400"/>
            <a:ext cx="1542600" cy="1542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1"/>
          <p:cNvSpPr/>
          <p:nvPr/>
        </p:nvSpPr>
        <p:spPr>
          <a:xfrm>
            <a:off x="0" y="1385875"/>
            <a:ext cx="1542600" cy="15426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1"/>
          <p:cNvSpPr/>
          <p:nvPr/>
        </p:nvSpPr>
        <p:spPr>
          <a:xfrm>
            <a:off x="296750" y="1304675"/>
            <a:ext cx="1542600" cy="15426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1"/>
          <p:cNvSpPr/>
          <p:nvPr/>
        </p:nvSpPr>
        <p:spPr>
          <a:xfrm rot="-5524846">
            <a:off x="684613" y="1301076"/>
            <a:ext cx="173514" cy="173514"/>
          </a:xfrm>
          <a:prstGeom prst="plaqu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1"/>
          <p:cNvSpPr/>
          <p:nvPr/>
        </p:nvSpPr>
        <p:spPr>
          <a:xfrm rot="-4723736">
            <a:off x="8296439" y="1426672"/>
            <a:ext cx="173445" cy="173445"/>
          </a:xfrm>
          <a:prstGeom prst="plaqu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" type="subTitle"/>
          </p:nvPr>
        </p:nvSpPr>
        <p:spPr>
          <a:xfrm>
            <a:off x="1946871" y="1736175"/>
            <a:ext cx="20427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1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9pPr>
          </a:lstStyle>
          <a:p/>
        </p:txBody>
      </p:sp>
      <p:sp>
        <p:nvSpPr>
          <p:cNvPr id="52" name="Google Shape;52;p22"/>
          <p:cNvSpPr txBox="1"/>
          <p:nvPr>
            <p:ph idx="2" type="subTitle"/>
          </p:nvPr>
        </p:nvSpPr>
        <p:spPr>
          <a:xfrm>
            <a:off x="1946850" y="2165325"/>
            <a:ext cx="2042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3" type="subTitle"/>
          </p:nvPr>
        </p:nvSpPr>
        <p:spPr>
          <a:xfrm>
            <a:off x="5673076" y="2165325"/>
            <a:ext cx="2042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" name="Google Shape;54;p22"/>
          <p:cNvSpPr txBox="1"/>
          <p:nvPr>
            <p:ph idx="4" type="subTitle"/>
          </p:nvPr>
        </p:nvSpPr>
        <p:spPr>
          <a:xfrm>
            <a:off x="1946850" y="3682100"/>
            <a:ext cx="2042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5" type="subTitle"/>
          </p:nvPr>
        </p:nvSpPr>
        <p:spPr>
          <a:xfrm>
            <a:off x="5673076" y="3682100"/>
            <a:ext cx="2042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6" type="subTitle"/>
          </p:nvPr>
        </p:nvSpPr>
        <p:spPr>
          <a:xfrm>
            <a:off x="1946925" y="3252950"/>
            <a:ext cx="20427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1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9pPr>
          </a:lstStyle>
          <a:p/>
        </p:txBody>
      </p:sp>
      <p:sp>
        <p:nvSpPr>
          <p:cNvPr id="57" name="Google Shape;57;p22"/>
          <p:cNvSpPr txBox="1"/>
          <p:nvPr>
            <p:ph idx="7" type="subTitle"/>
          </p:nvPr>
        </p:nvSpPr>
        <p:spPr>
          <a:xfrm>
            <a:off x="5673078" y="1736175"/>
            <a:ext cx="20427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1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9pPr>
          </a:lstStyle>
          <a:p/>
        </p:txBody>
      </p:sp>
      <p:sp>
        <p:nvSpPr>
          <p:cNvPr id="58" name="Google Shape;58;p22"/>
          <p:cNvSpPr txBox="1"/>
          <p:nvPr>
            <p:ph idx="8" type="subTitle"/>
          </p:nvPr>
        </p:nvSpPr>
        <p:spPr>
          <a:xfrm>
            <a:off x="5673078" y="3252950"/>
            <a:ext cx="20427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1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9pPr>
          </a:lstStyle>
          <a:p/>
        </p:txBody>
      </p:sp>
      <p:sp>
        <p:nvSpPr>
          <p:cNvPr id="59" name="Google Shape;59;p22"/>
          <p:cNvSpPr/>
          <p:nvPr/>
        </p:nvSpPr>
        <p:spPr>
          <a:xfrm rot="-5400000">
            <a:off x="-4429425" y="1133175"/>
            <a:ext cx="7224300" cy="2637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2"/>
          <p:cNvSpPr/>
          <p:nvPr/>
        </p:nvSpPr>
        <p:spPr>
          <a:xfrm rot="-5400000">
            <a:off x="415421" y="4700003"/>
            <a:ext cx="85800" cy="85800"/>
          </a:xfrm>
          <a:prstGeom prst="plaqu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2"/>
          <p:cNvSpPr/>
          <p:nvPr/>
        </p:nvSpPr>
        <p:spPr>
          <a:xfrm rot="-5400000">
            <a:off x="6349125" y="1133175"/>
            <a:ext cx="7224300" cy="2637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2"/>
          <p:cNvSpPr/>
          <p:nvPr/>
        </p:nvSpPr>
        <p:spPr>
          <a:xfrm rot="-5400000">
            <a:off x="8556971" y="327753"/>
            <a:ext cx="85800" cy="85800"/>
          </a:xfrm>
          <a:prstGeom prst="plaqu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6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5" name="Google Shape;65;p26"/>
          <p:cNvSpPr txBox="1"/>
          <p:nvPr>
            <p:ph idx="1" type="subTitle"/>
          </p:nvPr>
        </p:nvSpPr>
        <p:spPr>
          <a:xfrm>
            <a:off x="720000" y="2669863"/>
            <a:ext cx="25314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1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9pPr>
          </a:lstStyle>
          <a:p/>
        </p:txBody>
      </p:sp>
      <p:sp>
        <p:nvSpPr>
          <p:cNvPr id="66" name="Google Shape;66;p26"/>
          <p:cNvSpPr txBox="1"/>
          <p:nvPr>
            <p:ph idx="2" type="subTitle"/>
          </p:nvPr>
        </p:nvSpPr>
        <p:spPr>
          <a:xfrm>
            <a:off x="720000" y="3108463"/>
            <a:ext cx="253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3" type="subTitle"/>
          </p:nvPr>
        </p:nvSpPr>
        <p:spPr>
          <a:xfrm>
            <a:off x="3306355" y="3108463"/>
            <a:ext cx="253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8" name="Google Shape;68;p26"/>
          <p:cNvSpPr txBox="1"/>
          <p:nvPr>
            <p:ph idx="4" type="subTitle"/>
          </p:nvPr>
        </p:nvSpPr>
        <p:spPr>
          <a:xfrm>
            <a:off x="5892709" y="3108463"/>
            <a:ext cx="253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9" name="Google Shape;69;p26"/>
          <p:cNvSpPr txBox="1"/>
          <p:nvPr>
            <p:ph idx="5" type="subTitle"/>
          </p:nvPr>
        </p:nvSpPr>
        <p:spPr>
          <a:xfrm>
            <a:off x="3306355" y="2669863"/>
            <a:ext cx="25314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1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9pPr>
          </a:lstStyle>
          <a:p/>
        </p:txBody>
      </p:sp>
      <p:sp>
        <p:nvSpPr>
          <p:cNvPr id="70" name="Google Shape;70;p26"/>
          <p:cNvSpPr txBox="1"/>
          <p:nvPr>
            <p:ph idx="6" type="subTitle"/>
          </p:nvPr>
        </p:nvSpPr>
        <p:spPr>
          <a:xfrm>
            <a:off x="5892709" y="2669863"/>
            <a:ext cx="25314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1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Medium"/>
              <a:buNone/>
              <a:defRPr sz="2400">
                <a:solidFill>
                  <a:schemeClr val="dk1"/>
                </a:solidFill>
                <a:latin typeface="Albert Sans Medium"/>
                <a:ea typeface="Albert Sans Medium"/>
                <a:cs typeface="Albert Sans Medium"/>
                <a:sym typeface="Albert Sans Medium"/>
              </a:defRPr>
            </a:lvl9pPr>
          </a:lstStyle>
          <a:p/>
        </p:txBody>
      </p:sp>
      <p:sp>
        <p:nvSpPr>
          <p:cNvPr id="71" name="Google Shape;71;p26"/>
          <p:cNvSpPr/>
          <p:nvPr/>
        </p:nvSpPr>
        <p:spPr>
          <a:xfrm rot="10800000">
            <a:off x="8510169" y="-318200"/>
            <a:ext cx="1287300" cy="1287300"/>
          </a:xfrm>
          <a:prstGeom prst="arc">
            <a:avLst>
              <a:gd fmla="val 16200000" name="adj1"/>
              <a:gd fmla="val 4041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6"/>
          <p:cNvSpPr/>
          <p:nvPr/>
        </p:nvSpPr>
        <p:spPr>
          <a:xfrm rot="-10567992">
            <a:off x="8429653" y="157679"/>
            <a:ext cx="173495" cy="173495"/>
          </a:xfrm>
          <a:prstGeom prst="plaqu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6"/>
          <p:cNvSpPr/>
          <p:nvPr/>
        </p:nvSpPr>
        <p:spPr>
          <a:xfrm>
            <a:off x="8865847" y="396721"/>
            <a:ext cx="85800" cy="85800"/>
          </a:xfrm>
          <a:prstGeom prst="plaqu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6"/>
          <p:cNvSpPr/>
          <p:nvPr/>
        </p:nvSpPr>
        <p:spPr>
          <a:xfrm>
            <a:off x="256327" y="4184953"/>
            <a:ext cx="152400" cy="152400"/>
          </a:xfrm>
          <a:prstGeom prst="plaqu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6"/>
          <p:cNvSpPr/>
          <p:nvPr/>
        </p:nvSpPr>
        <p:spPr>
          <a:xfrm>
            <a:off x="408726" y="4337351"/>
            <a:ext cx="85800" cy="85800"/>
          </a:xfrm>
          <a:prstGeom prst="plaqu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p26"/>
          <p:cNvCxnSpPr/>
          <p:nvPr/>
        </p:nvCxnSpPr>
        <p:spPr>
          <a:xfrm rot="10800000">
            <a:off x="256325" y="4867675"/>
            <a:ext cx="1097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4"/>
          <p:cNvSpPr txBox="1"/>
          <p:nvPr>
            <p:ph type="title"/>
          </p:nvPr>
        </p:nvSpPr>
        <p:spPr>
          <a:xfrm>
            <a:off x="715100" y="3210625"/>
            <a:ext cx="6227700" cy="531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9" name="Google Shape;79;p24"/>
          <p:cNvSpPr txBox="1"/>
          <p:nvPr>
            <p:ph idx="1" type="subTitle"/>
          </p:nvPr>
        </p:nvSpPr>
        <p:spPr>
          <a:xfrm>
            <a:off x="715100" y="1230325"/>
            <a:ext cx="6227700" cy="174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0" name="Google Shape;80;p24"/>
          <p:cNvSpPr/>
          <p:nvPr/>
        </p:nvSpPr>
        <p:spPr>
          <a:xfrm>
            <a:off x="256327" y="4184953"/>
            <a:ext cx="152400" cy="152400"/>
          </a:xfrm>
          <a:prstGeom prst="plaqu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4"/>
          <p:cNvSpPr/>
          <p:nvPr/>
        </p:nvSpPr>
        <p:spPr>
          <a:xfrm>
            <a:off x="408726" y="4337351"/>
            <a:ext cx="85800" cy="85800"/>
          </a:xfrm>
          <a:prstGeom prst="plaqu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" name="Google Shape;82;p24"/>
          <p:cNvCxnSpPr/>
          <p:nvPr/>
        </p:nvCxnSpPr>
        <p:spPr>
          <a:xfrm rot="10800000">
            <a:off x="256325" y="4867675"/>
            <a:ext cx="1097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5"/>
          <p:cNvSpPr txBox="1"/>
          <p:nvPr>
            <p:ph type="title"/>
          </p:nvPr>
        </p:nvSpPr>
        <p:spPr>
          <a:xfrm>
            <a:off x="3429416" y="1978339"/>
            <a:ext cx="2280600" cy="80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85" name="Google Shape;85;p25"/>
          <p:cNvSpPr txBox="1"/>
          <p:nvPr>
            <p:ph idx="1" type="subTitle"/>
          </p:nvPr>
        </p:nvSpPr>
        <p:spPr>
          <a:xfrm flipH="1">
            <a:off x="3431700" y="2886325"/>
            <a:ext cx="2280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00">
                <a:latin typeface="Albert Sans Medium"/>
                <a:ea typeface="Albert Sans Medium"/>
                <a:cs typeface="Albert Sans Medium"/>
                <a:sym typeface="Albert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00">
                <a:latin typeface="Albert Sans Medium"/>
                <a:ea typeface="Albert Sans Medium"/>
                <a:cs typeface="Albert Sans Medium"/>
                <a:sym typeface="Albert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00">
                <a:latin typeface="Albert Sans Medium"/>
                <a:ea typeface="Albert Sans Medium"/>
                <a:cs typeface="Albert Sans Medium"/>
                <a:sym typeface="Albert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00">
                <a:latin typeface="Albert Sans Medium"/>
                <a:ea typeface="Albert Sans Medium"/>
                <a:cs typeface="Albert Sans Medium"/>
                <a:sym typeface="Albert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00">
                <a:latin typeface="Albert Sans Medium"/>
                <a:ea typeface="Albert Sans Medium"/>
                <a:cs typeface="Albert Sans Medium"/>
                <a:sym typeface="Albert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00">
                <a:latin typeface="Albert Sans Medium"/>
                <a:ea typeface="Albert Sans Medium"/>
                <a:cs typeface="Albert Sans Medium"/>
                <a:sym typeface="Albert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00">
                <a:latin typeface="Albert Sans Medium"/>
                <a:ea typeface="Albert Sans Medium"/>
                <a:cs typeface="Albert Sans Medium"/>
                <a:sym typeface="Albert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00">
                <a:latin typeface="Albert Sans Medium"/>
                <a:ea typeface="Albert Sans Medium"/>
                <a:cs typeface="Albert Sans Medium"/>
                <a:sym typeface="Albert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00">
                <a:latin typeface="Albert Sans Medium"/>
                <a:ea typeface="Albert Sans Medium"/>
                <a:cs typeface="Albert Sans Medium"/>
                <a:sym typeface="Albert Sans Medium"/>
              </a:defRPr>
            </a:lvl9pPr>
          </a:lstStyle>
          <a:p/>
        </p:txBody>
      </p:sp>
      <p:sp>
        <p:nvSpPr>
          <p:cNvPr id="86" name="Google Shape;86;p25"/>
          <p:cNvSpPr txBox="1"/>
          <p:nvPr>
            <p:ph idx="2" type="title"/>
          </p:nvPr>
        </p:nvSpPr>
        <p:spPr>
          <a:xfrm>
            <a:off x="717725" y="1978339"/>
            <a:ext cx="2280600" cy="80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87" name="Google Shape;87;p25"/>
          <p:cNvSpPr txBox="1"/>
          <p:nvPr>
            <p:ph idx="3" type="subTitle"/>
          </p:nvPr>
        </p:nvSpPr>
        <p:spPr>
          <a:xfrm flipH="1">
            <a:off x="717718" y="2886325"/>
            <a:ext cx="2280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00">
                <a:latin typeface="Albert Sans Medium"/>
                <a:ea typeface="Albert Sans Medium"/>
                <a:cs typeface="Albert Sans Medium"/>
                <a:sym typeface="Albert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00">
                <a:latin typeface="Albert Sans Medium"/>
                <a:ea typeface="Albert Sans Medium"/>
                <a:cs typeface="Albert Sans Medium"/>
                <a:sym typeface="Albert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00">
                <a:latin typeface="Albert Sans Medium"/>
                <a:ea typeface="Albert Sans Medium"/>
                <a:cs typeface="Albert Sans Medium"/>
                <a:sym typeface="Albert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00">
                <a:latin typeface="Albert Sans Medium"/>
                <a:ea typeface="Albert Sans Medium"/>
                <a:cs typeface="Albert Sans Medium"/>
                <a:sym typeface="Albert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00">
                <a:latin typeface="Albert Sans Medium"/>
                <a:ea typeface="Albert Sans Medium"/>
                <a:cs typeface="Albert Sans Medium"/>
                <a:sym typeface="Albert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00">
                <a:latin typeface="Albert Sans Medium"/>
                <a:ea typeface="Albert Sans Medium"/>
                <a:cs typeface="Albert Sans Medium"/>
                <a:sym typeface="Albert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00">
                <a:latin typeface="Albert Sans Medium"/>
                <a:ea typeface="Albert Sans Medium"/>
                <a:cs typeface="Albert Sans Medium"/>
                <a:sym typeface="Albert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00">
                <a:latin typeface="Albert Sans Medium"/>
                <a:ea typeface="Albert Sans Medium"/>
                <a:cs typeface="Albert Sans Medium"/>
                <a:sym typeface="Albert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00">
                <a:latin typeface="Albert Sans Medium"/>
                <a:ea typeface="Albert Sans Medium"/>
                <a:cs typeface="Albert Sans Medium"/>
                <a:sym typeface="Albert Sans Medium"/>
              </a:defRPr>
            </a:lvl9pPr>
          </a:lstStyle>
          <a:p/>
        </p:txBody>
      </p:sp>
      <p:sp>
        <p:nvSpPr>
          <p:cNvPr id="88" name="Google Shape;88;p25"/>
          <p:cNvSpPr txBox="1"/>
          <p:nvPr>
            <p:ph idx="4" type="title"/>
          </p:nvPr>
        </p:nvSpPr>
        <p:spPr>
          <a:xfrm>
            <a:off x="6145677" y="1978339"/>
            <a:ext cx="2280600" cy="800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89" name="Google Shape;89;p25"/>
          <p:cNvSpPr txBox="1"/>
          <p:nvPr>
            <p:ph idx="5" type="subTitle"/>
          </p:nvPr>
        </p:nvSpPr>
        <p:spPr>
          <a:xfrm flipH="1">
            <a:off x="6145687" y="2886325"/>
            <a:ext cx="2280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00">
                <a:latin typeface="Albert Sans Medium"/>
                <a:ea typeface="Albert Sans Medium"/>
                <a:cs typeface="Albert Sans Medium"/>
                <a:sym typeface="Albert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00">
                <a:latin typeface="Albert Sans Medium"/>
                <a:ea typeface="Albert Sans Medium"/>
                <a:cs typeface="Albert Sans Medium"/>
                <a:sym typeface="Albert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00">
                <a:latin typeface="Albert Sans Medium"/>
                <a:ea typeface="Albert Sans Medium"/>
                <a:cs typeface="Albert Sans Medium"/>
                <a:sym typeface="Albert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00">
                <a:latin typeface="Albert Sans Medium"/>
                <a:ea typeface="Albert Sans Medium"/>
                <a:cs typeface="Albert Sans Medium"/>
                <a:sym typeface="Albert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00">
                <a:latin typeface="Albert Sans Medium"/>
                <a:ea typeface="Albert Sans Medium"/>
                <a:cs typeface="Albert Sans Medium"/>
                <a:sym typeface="Albert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00">
                <a:latin typeface="Albert Sans Medium"/>
                <a:ea typeface="Albert Sans Medium"/>
                <a:cs typeface="Albert Sans Medium"/>
                <a:sym typeface="Albert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00">
                <a:latin typeface="Albert Sans Medium"/>
                <a:ea typeface="Albert Sans Medium"/>
                <a:cs typeface="Albert Sans Medium"/>
                <a:sym typeface="Albert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00">
                <a:latin typeface="Albert Sans Medium"/>
                <a:ea typeface="Albert Sans Medium"/>
                <a:cs typeface="Albert Sans Medium"/>
                <a:sym typeface="Albert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2100">
                <a:latin typeface="Albert Sans Medium"/>
                <a:ea typeface="Albert Sans Medium"/>
                <a:cs typeface="Albert Sans Medium"/>
                <a:sym typeface="Albert Sans Medium"/>
              </a:defRPr>
            </a:lvl9pPr>
          </a:lstStyle>
          <a:p/>
        </p:txBody>
      </p:sp>
      <p:sp>
        <p:nvSpPr>
          <p:cNvPr id="90" name="Google Shape;90;p25"/>
          <p:cNvSpPr txBox="1"/>
          <p:nvPr>
            <p:ph idx="6" type="subTitle"/>
          </p:nvPr>
        </p:nvSpPr>
        <p:spPr>
          <a:xfrm>
            <a:off x="717725" y="3159150"/>
            <a:ext cx="2280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1" name="Google Shape;91;p25"/>
          <p:cNvSpPr txBox="1"/>
          <p:nvPr>
            <p:ph idx="7" type="subTitle"/>
          </p:nvPr>
        </p:nvSpPr>
        <p:spPr>
          <a:xfrm>
            <a:off x="3431700" y="3159150"/>
            <a:ext cx="2280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2" name="Google Shape;92;p25"/>
          <p:cNvSpPr txBox="1"/>
          <p:nvPr>
            <p:ph idx="8" type="subTitle"/>
          </p:nvPr>
        </p:nvSpPr>
        <p:spPr>
          <a:xfrm>
            <a:off x="6143375" y="3159150"/>
            <a:ext cx="2280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3" name="Google Shape;93;p25"/>
          <p:cNvSpPr/>
          <p:nvPr/>
        </p:nvSpPr>
        <p:spPr>
          <a:xfrm flipH="1" rot="10800000">
            <a:off x="-653475" y="-318200"/>
            <a:ext cx="1287300" cy="1287300"/>
          </a:xfrm>
          <a:prstGeom prst="arc">
            <a:avLst>
              <a:gd fmla="val 16200000" name="adj1"/>
              <a:gd fmla="val 4041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5"/>
          <p:cNvSpPr/>
          <p:nvPr/>
        </p:nvSpPr>
        <p:spPr>
          <a:xfrm flipH="1" rot="10567992">
            <a:off x="540846" y="157679"/>
            <a:ext cx="173495" cy="173495"/>
          </a:xfrm>
          <a:prstGeom prst="plaqu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5"/>
          <p:cNvSpPr/>
          <p:nvPr/>
        </p:nvSpPr>
        <p:spPr>
          <a:xfrm flipH="1">
            <a:off x="192346" y="396721"/>
            <a:ext cx="85800" cy="85800"/>
          </a:xfrm>
          <a:prstGeom prst="plaqu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7"/>
          <p:cNvSpPr txBox="1"/>
          <p:nvPr>
            <p:ph idx="1" type="subTitle"/>
          </p:nvPr>
        </p:nvSpPr>
        <p:spPr>
          <a:xfrm>
            <a:off x="1776475" y="1371401"/>
            <a:ext cx="45153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8" name="Google Shape;98;p27"/>
          <p:cNvSpPr txBox="1"/>
          <p:nvPr>
            <p:ph idx="2" type="subTitle"/>
          </p:nvPr>
        </p:nvSpPr>
        <p:spPr>
          <a:xfrm>
            <a:off x="1776475" y="855400"/>
            <a:ext cx="4515300" cy="51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100">
                <a:latin typeface="Albert Sans Medium"/>
                <a:ea typeface="Albert Sans Medium"/>
                <a:cs typeface="Albert Sans Medium"/>
                <a:sym typeface="Albert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9pPr>
          </a:lstStyle>
          <a:p/>
        </p:txBody>
      </p:sp>
      <p:sp>
        <p:nvSpPr>
          <p:cNvPr id="99" name="Google Shape;99;p27"/>
          <p:cNvSpPr txBox="1"/>
          <p:nvPr>
            <p:ph idx="3" type="subTitle"/>
          </p:nvPr>
        </p:nvSpPr>
        <p:spPr>
          <a:xfrm>
            <a:off x="1776475" y="2646001"/>
            <a:ext cx="45153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0" name="Google Shape;100;p27"/>
          <p:cNvSpPr txBox="1"/>
          <p:nvPr>
            <p:ph idx="4" type="subTitle"/>
          </p:nvPr>
        </p:nvSpPr>
        <p:spPr>
          <a:xfrm>
            <a:off x="1776475" y="2130000"/>
            <a:ext cx="4515300" cy="51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100">
                <a:latin typeface="Albert Sans Medium"/>
                <a:ea typeface="Albert Sans Medium"/>
                <a:cs typeface="Albert Sans Medium"/>
                <a:sym typeface="Albert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9pPr>
          </a:lstStyle>
          <a:p/>
        </p:txBody>
      </p:sp>
      <p:sp>
        <p:nvSpPr>
          <p:cNvPr id="101" name="Google Shape;101;p27"/>
          <p:cNvSpPr txBox="1"/>
          <p:nvPr>
            <p:ph idx="5" type="subTitle"/>
          </p:nvPr>
        </p:nvSpPr>
        <p:spPr>
          <a:xfrm>
            <a:off x="1776475" y="3920600"/>
            <a:ext cx="45153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2" name="Google Shape;102;p27"/>
          <p:cNvSpPr txBox="1"/>
          <p:nvPr>
            <p:ph idx="6" type="subTitle"/>
          </p:nvPr>
        </p:nvSpPr>
        <p:spPr>
          <a:xfrm>
            <a:off x="1776475" y="3404598"/>
            <a:ext cx="4515300" cy="51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100">
                <a:latin typeface="Albert Sans Medium"/>
                <a:ea typeface="Albert Sans Medium"/>
                <a:cs typeface="Albert Sans Medium"/>
                <a:sym typeface="Albert Sa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 Medium"/>
              <a:buNone/>
              <a:defRPr sz="2400">
                <a:latin typeface="Albert Sans Medium"/>
                <a:ea typeface="Albert Sans Medium"/>
                <a:cs typeface="Albert Sans Medium"/>
                <a:sym typeface="Alber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8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5" name="Google Shape;105;p28"/>
          <p:cNvSpPr/>
          <p:nvPr/>
        </p:nvSpPr>
        <p:spPr>
          <a:xfrm rot="654462">
            <a:off x="6471773" y="3274495"/>
            <a:ext cx="2430409" cy="2224834"/>
          </a:xfrm>
          <a:prstGeom prst="arc">
            <a:avLst>
              <a:gd fmla="val 18943264" name="adj1"/>
              <a:gd fmla="val 236312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8"/>
          <p:cNvSpPr/>
          <p:nvPr/>
        </p:nvSpPr>
        <p:spPr>
          <a:xfrm flipH="1" rot="2838442">
            <a:off x="8518935" y="3605472"/>
            <a:ext cx="173877" cy="173877"/>
          </a:xfrm>
          <a:prstGeom prst="plaqu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8"/>
          <p:cNvSpPr/>
          <p:nvPr/>
        </p:nvSpPr>
        <p:spPr>
          <a:xfrm flipH="1" rot="10800000">
            <a:off x="295277" y="905500"/>
            <a:ext cx="152400" cy="152400"/>
          </a:xfrm>
          <a:prstGeom prst="plaqu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8"/>
          <p:cNvSpPr/>
          <p:nvPr/>
        </p:nvSpPr>
        <p:spPr>
          <a:xfrm flipH="1" rot="10800000">
            <a:off x="447676" y="819702"/>
            <a:ext cx="85800" cy="85800"/>
          </a:xfrm>
          <a:prstGeom prst="plaqu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" name="Google Shape;109;p28"/>
          <p:cNvCxnSpPr/>
          <p:nvPr/>
        </p:nvCxnSpPr>
        <p:spPr>
          <a:xfrm rot="10800000">
            <a:off x="295275" y="375178"/>
            <a:ext cx="1097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9"/>
          <p:cNvSpPr txBox="1"/>
          <p:nvPr>
            <p:ph idx="1" type="subTitle"/>
          </p:nvPr>
        </p:nvSpPr>
        <p:spPr>
          <a:xfrm>
            <a:off x="2810925" y="1527350"/>
            <a:ext cx="4782900" cy="45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bert Sans Medium"/>
              <a:buNone/>
              <a:defRPr sz="2100">
                <a:latin typeface="Albert Sans Medium"/>
                <a:ea typeface="Albert Sans Medium"/>
                <a:cs typeface="Albert Sans Medium"/>
                <a:sym typeface="Albert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bert Sans Medium"/>
              <a:buNone/>
              <a:defRPr sz="2500">
                <a:latin typeface="Albert Sans Medium"/>
                <a:ea typeface="Albert Sans Medium"/>
                <a:cs typeface="Albert Sans Medium"/>
                <a:sym typeface="Albert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bert Sans Medium"/>
              <a:buNone/>
              <a:defRPr sz="2500">
                <a:latin typeface="Albert Sans Medium"/>
                <a:ea typeface="Albert Sans Medium"/>
                <a:cs typeface="Albert Sans Medium"/>
                <a:sym typeface="Albert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bert Sans Medium"/>
              <a:buNone/>
              <a:defRPr sz="2500">
                <a:latin typeface="Albert Sans Medium"/>
                <a:ea typeface="Albert Sans Medium"/>
                <a:cs typeface="Albert Sans Medium"/>
                <a:sym typeface="Albert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bert Sans Medium"/>
              <a:buNone/>
              <a:defRPr sz="2500">
                <a:latin typeface="Albert Sans Medium"/>
                <a:ea typeface="Albert Sans Medium"/>
                <a:cs typeface="Albert Sans Medium"/>
                <a:sym typeface="Albert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bert Sans Medium"/>
              <a:buNone/>
              <a:defRPr sz="2500">
                <a:latin typeface="Albert Sans Medium"/>
                <a:ea typeface="Albert Sans Medium"/>
                <a:cs typeface="Albert Sans Medium"/>
                <a:sym typeface="Albert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bert Sans Medium"/>
              <a:buNone/>
              <a:defRPr sz="2500">
                <a:latin typeface="Albert Sans Medium"/>
                <a:ea typeface="Albert Sans Medium"/>
                <a:cs typeface="Albert Sans Medium"/>
                <a:sym typeface="Albert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bert Sans Medium"/>
              <a:buNone/>
              <a:defRPr sz="2500">
                <a:latin typeface="Albert Sans Medium"/>
                <a:ea typeface="Albert Sans Medium"/>
                <a:cs typeface="Albert Sans Medium"/>
                <a:sym typeface="Albert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bert Sans Medium"/>
              <a:buNone/>
              <a:defRPr sz="2500">
                <a:latin typeface="Albert Sans Medium"/>
                <a:ea typeface="Albert Sans Medium"/>
                <a:cs typeface="Albert Sans Medium"/>
                <a:sym typeface="Albert Sans Medium"/>
              </a:defRPr>
            </a:lvl9pPr>
          </a:lstStyle>
          <a:p/>
        </p:txBody>
      </p:sp>
      <p:sp>
        <p:nvSpPr>
          <p:cNvPr id="112" name="Google Shape;112;p29"/>
          <p:cNvSpPr txBox="1"/>
          <p:nvPr>
            <p:ph idx="2" type="subTitle"/>
          </p:nvPr>
        </p:nvSpPr>
        <p:spPr>
          <a:xfrm>
            <a:off x="2810925" y="3177600"/>
            <a:ext cx="4782900" cy="45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bert Sans Medium"/>
              <a:buNone/>
              <a:defRPr sz="2100">
                <a:latin typeface="Albert Sans Medium"/>
                <a:ea typeface="Albert Sans Medium"/>
                <a:cs typeface="Albert Sans Medium"/>
                <a:sym typeface="Albert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bert Sans Medium"/>
              <a:buNone/>
              <a:defRPr sz="2500">
                <a:latin typeface="Albert Sans Medium"/>
                <a:ea typeface="Albert Sans Medium"/>
                <a:cs typeface="Albert Sans Medium"/>
                <a:sym typeface="Albert Sans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bert Sans Medium"/>
              <a:buNone/>
              <a:defRPr sz="2500">
                <a:latin typeface="Albert Sans Medium"/>
                <a:ea typeface="Albert Sans Medium"/>
                <a:cs typeface="Albert Sans Medium"/>
                <a:sym typeface="Albert Sans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bert Sans Medium"/>
              <a:buNone/>
              <a:defRPr sz="2500">
                <a:latin typeface="Albert Sans Medium"/>
                <a:ea typeface="Albert Sans Medium"/>
                <a:cs typeface="Albert Sans Medium"/>
                <a:sym typeface="Albert Sans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bert Sans Medium"/>
              <a:buNone/>
              <a:defRPr sz="2500">
                <a:latin typeface="Albert Sans Medium"/>
                <a:ea typeface="Albert Sans Medium"/>
                <a:cs typeface="Albert Sans Medium"/>
                <a:sym typeface="Albert Sans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bert Sans Medium"/>
              <a:buNone/>
              <a:defRPr sz="2500">
                <a:latin typeface="Albert Sans Medium"/>
                <a:ea typeface="Albert Sans Medium"/>
                <a:cs typeface="Albert Sans Medium"/>
                <a:sym typeface="Albert Sans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bert Sans Medium"/>
              <a:buNone/>
              <a:defRPr sz="2500">
                <a:latin typeface="Albert Sans Medium"/>
                <a:ea typeface="Albert Sans Medium"/>
                <a:cs typeface="Albert Sans Medium"/>
                <a:sym typeface="Albert Sans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bert Sans Medium"/>
              <a:buNone/>
              <a:defRPr sz="2500">
                <a:latin typeface="Albert Sans Medium"/>
                <a:ea typeface="Albert Sans Medium"/>
                <a:cs typeface="Albert Sans Medium"/>
                <a:sym typeface="Albert Sans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Albert Sans Medium"/>
              <a:buNone/>
              <a:defRPr sz="2500">
                <a:latin typeface="Albert Sans Medium"/>
                <a:ea typeface="Albert Sans Medium"/>
                <a:cs typeface="Albert Sans Medium"/>
                <a:sym typeface="Albert Sans Medium"/>
              </a:defRPr>
            </a:lvl9pPr>
          </a:lstStyle>
          <a:p/>
        </p:txBody>
      </p:sp>
      <p:sp>
        <p:nvSpPr>
          <p:cNvPr id="113" name="Google Shape;113;p29"/>
          <p:cNvSpPr txBox="1"/>
          <p:nvPr>
            <p:ph idx="3" type="subTitle"/>
          </p:nvPr>
        </p:nvSpPr>
        <p:spPr>
          <a:xfrm>
            <a:off x="2810929" y="1977900"/>
            <a:ext cx="4782900" cy="8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✦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4" name="Google Shape;114;p29"/>
          <p:cNvSpPr txBox="1"/>
          <p:nvPr>
            <p:ph idx="4" type="subTitle"/>
          </p:nvPr>
        </p:nvSpPr>
        <p:spPr>
          <a:xfrm>
            <a:off x="2810929" y="3628200"/>
            <a:ext cx="4782900" cy="8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✦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5" name="Google Shape;115;p29"/>
          <p:cNvSpPr txBox="1"/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0"/>
          <p:cNvSpPr txBox="1"/>
          <p:nvPr>
            <p:ph type="title"/>
          </p:nvPr>
        </p:nvSpPr>
        <p:spPr>
          <a:xfrm>
            <a:off x="720000" y="53535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8" name="Google Shape;118;p30"/>
          <p:cNvSpPr txBox="1"/>
          <p:nvPr>
            <p:ph idx="1" type="body"/>
          </p:nvPr>
        </p:nvSpPr>
        <p:spPr>
          <a:xfrm>
            <a:off x="720000" y="1227475"/>
            <a:ext cx="77040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9" name="Google Shape;119;p30"/>
          <p:cNvSpPr/>
          <p:nvPr/>
        </p:nvSpPr>
        <p:spPr>
          <a:xfrm>
            <a:off x="-658375" y="87725"/>
            <a:ext cx="1287300" cy="1287300"/>
          </a:xfrm>
          <a:prstGeom prst="arc">
            <a:avLst>
              <a:gd fmla="val 16200000" name="adj1"/>
              <a:gd fmla="val 4041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0"/>
          <p:cNvSpPr/>
          <p:nvPr/>
        </p:nvSpPr>
        <p:spPr>
          <a:xfrm rot="232008">
            <a:off x="535946" y="725651"/>
            <a:ext cx="173495" cy="173495"/>
          </a:xfrm>
          <a:prstGeom prst="plaqu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0"/>
          <p:cNvSpPr/>
          <p:nvPr/>
        </p:nvSpPr>
        <p:spPr>
          <a:xfrm rot="10800000">
            <a:off x="8510156" y="3873725"/>
            <a:ext cx="1287300" cy="1287300"/>
          </a:xfrm>
          <a:prstGeom prst="arc">
            <a:avLst>
              <a:gd fmla="val 16200000" name="adj1"/>
              <a:gd fmla="val 4041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0"/>
          <p:cNvSpPr/>
          <p:nvPr/>
        </p:nvSpPr>
        <p:spPr>
          <a:xfrm rot="-10567992">
            <a:off x="8429640" y="4349604"/>
            <a:ext cx="173495" cy="173495"/>
          </a:xfrm>
          <a:prstGeom prst="plaqu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1"/>
          <p:cNvSpPr txBox="1"/>
          <p:nvPr>
            <p:ph hasCustomPrompt="1" type="title"/>
          </p:nvPr>
        </p:nvSpPr>
        <p:spPr>
          <a:xfrm>
            <a:off x="1284000" y="1744025"/>
            <a:ext cx="6576000" cy="1393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000">
                <a:solidFill>
                  <a:srgbClr val="10112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>
            <a:r>
              <a:t>xx%</a:t>
            </a:r>
          </a:p>
        </p:txBody>
      </p:sp>
      <p:sp>
        <p:nvSpPr>
          <p:cNvPr id="125" name="Google Shape;125;p31"/>
          <p:cNvSpPr txBox="1"/>
          <p:nvPr>
            <p:ph idx="1" type="subTitle"/>
          </p:nvPr>
        </p:nvSpPr>
        <p:spPr>
          <a:xfrm>
            <a:off x="1284000" y="3255175"/>
            <a:ext cx="6576000" cy="4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2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3"/>
          <p:cNvSpPr/>
          <p:nvPr/>
        </p:nvSpPr>
        <p:spPr>
          <a:xfrm rot="-804930">
            <a:off x="3666097" y="266076"/>
            <a:ext cx="5574305" cy="3295020"/>
          </a:xfrm>
          <a:prstGeom prst="arc">
            <a:avLst>
              <a:gd fmla="val 16057500" name="adj1"/>
              <a:gd fmla="val 5515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3"/>
          <p:cNvSpPr/>
          <p:nvPr/>
        </p:nvSpPr>
        <p:spPr>
          <a:xfrm rot="-6395119">
            <a:off x="5840319" y="263514"/>
            <a:ext cx="173415" cy="173415"/>
          </a:xfrm>
          <a:prstGeom prst="plaqu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3"/>
          <p:cNvSpPr/>
          <p:nvPr/>
        </p:nvSpPr>
        <p:spPr>
          <a:xfrm flipH="1" rot="10800000">
            <a:off x="476902" y="4694300"/>
            <a:ext cx="152400" cy="152400"/>
          </a:xfrm>
          <a:prstGeom prst="plaqu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3"/>
          <p:cNvSpPr/>
          <p:nvPr/>
        </p:nvSpPr>
        <p:spPr>
          <a:xfrm flipH="1" rot="10800000">
            <a:off x="629301" y="4608502"/>
            <a:ext cx="85800" cy="85800"/>
          </a:xfrm>
          <a:prstGeom prst="plaqu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4"/>
          <p:cNvSpPr/>
          <p:nvPr/>
        </p:nvSpPr>
        <p:spPr>
          <a:xfrm rot="-2254707">
            <a:off x="-4148942" y="-1447448"/>
            <a:ext cx="7224432" cy="263702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4"/>
          <p:cNvSpPr/>
          <p:nvPr/>
        </p:nvSpPr>
        <p:spPr>
          <a:xfrm rot="-5400000">
            <a:off x="1425296" y="222178"/>
            <a:ext cx="85800" cy="85800"/>
          </a:xfrm>
          <a:prstGeom prst="plaqu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4"/>
          <p:cNvSpPr/>
          <p:nvPr/>
        </p:nvSpPr>
        <p:spPr>
          <a:xfrm rot="-2254707">
            <a:off x="6325708" y="3760577"/>
            <a:ext cx="7224432" cy="263702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4"/>
          <p:cNvSpPr/>
          <p:nvPr/>
        </p:nvSpPr>
        <p:spPr>
          <a:xfrm rot="-5400000">
            <a:off x="7659671" y="4726428"/>
            <a:ext cx="85800" cy="85800"/>
          </a:xfrm>
          <a:prstGeom prst="plaqu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b="0" i="0" sz="3500" u="none" cap="none" strike="noStrik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b="0" i="0" sz="3500" u="none" cap="none" strike="noStrik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b="0" i="0" sz="3500" u="none" cap="none" strike="noStrik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b="0" i="0" sz="3500" u="none" cap="none" strike="noStrik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b="0" i="0" sz="3500" u="none" cap="none" strike="noStrik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b="0" i="0" sz="3500" u="none" cap="none" strike="noStrik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b="0" i="0" sz="3500" u="none" cap="none" strike="noStrik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b="0" i="0" sz="3500" u="none" cap="none" strike="noStrik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 SemiBold"/>
              <a:buNone/>
              <a:defRPr b="0" i="0" sz="3500" u="none" cap="none" strike="noStrike">
                <a:solidFill>
                  <a:schemeClr val="dk1"/>
                </a:solidFill>
                <a:latin typeface="Albert Sans SemiBold"/>
                <a:ea typeface="Albert Sans SemiBold"/>
                <a:cs typeface="Albert Sans SemiBold"/>
                <a:sym typeface="Albert Sans SemiBold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b="0" i="0" sz="12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b="0" i="0" sz="12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b="0" i="0" sz="12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b="0" i="0" sz="12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b="0" i="0" sz="12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b="0" i="0" sz="12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b="0" i="0" sz="12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b="0" i="0" sz="12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b="0" i="0" sz="1200" u="none" cap="none" strike="noStrik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"/>
          <p:cNvSpPr/>
          <p:nvPr/>
        </p:nvSpPr>
        <p:spPr>
          <a:xfrm rot="2260023">
            <a:off x="2241292" y="-402884"/>
            <a:ext cx="4502416" cy="5849244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>
            <p:ph type="ctrTitle"/>
          </p:nvPr>
        </p:nvSpPr>
        <p:spPr>
          <a:xfrm>
            <a:off x="1880425" y="1975200"/>
            <a:ext cx="6009600" cy="119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" sz="3700"/>
              <a:t>Botillería “El Chascón”</a:t>
            </a:r>
            <a:br>
              <a:rPr lang="en" sz="4400"/>
            </a:br>
            <a:r>
              <a:rPr lang="en" sz="2000"/>
              <a:t>Sistema de Gestión y Reportes Inteligentes</a:t>
            </a:r>
            <a:br>
              <a:rPr lang="en" sz="3200"/>
            </a:br>
            <a:r>
              <a:rPr lang="en" sz="1500"/>
              <a:t>Caso de Proyecto</a:t>
            </a:r>
            <a:endParaRPr sz="3500"/>
          </a:p>
        </p:txBody>
      </p:sp>
      <p:sp>
        <p:nvSpPr>
          <p:cNvPr id="143" name="Google Shape;143;p1"/>
          <p:cNvSpPr/>
          <p:nvPr/>
        </p:nvSpPr>
        <p:spPr>
          <a:xfrm rot="-428975">
            <a:off x="1955424" y="3663395"/>
            <a:ext cx="173549" cy="173549"/>
          </a:xfrm>
          <a:prstGeom prst="plaqu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"/>
          <p:cNvSpPr/>
          <p:nvPr/>
        </p:nvSpPr>
        <p:spPr>
          <a:xfrm rot="-1124341">
            <a:off x="6652921" y="729319"/>
            <a:ext cx="250266" cy="250266"/>
          </a:xfrm>
          <a:prstGeom prst="plaqu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"/>
          <p:cNvSpPr txBox="1"/>
          <p:nvPr>
            <p:ph idx="1" type="subTitle"/>
          </p:nvPr>
        </p:nvSpPr>
        <p:spPr>
          <a:xfrm>
            <a:off x="1713300" y="3925700"/>
            <a:ext cx="5717400" cy="35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Harumi Almarza, Catalina Lee-Chong, Bastian Vásquez</a:t>
            </a:r>
            <a:endParaRPr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"/>
          <p:cNvSpPr txBox="1"/>
          <p:nvPr>
            <p:ph type="title"/>
          </p:nvPr>
        </p:nvSpPr>
        <p:spPr>
          <a:xfrm>
            <a:off x="2301300" y="1373890"/>
            <a:ext cx="45414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" sz="2900"/>
              <a:t>CONTEXTO DEL NEGOCIO</a:t>
            </a:r>
            <a:endParaRPr b="1" sz="3800"/>
          </a:p>
        </p:txBody>
      </p:sp>
      <p:sp>
        <p:nvSpPr>
          <p:cNvPr id="151" name="Google Shape;151;p2"/>
          <p:cNvSpPr txBox="1"/>
          <p:nvPr>
            <p:ph idx="1" type="subTitle"/>
          </p:nvPr>
        </p:nvSpPr>
        <p:spPr>
          <a:xfrm>
            <a:off x="1747500" y="2503478"/>
            <a:ext cx="5649000" cy="13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La gestión eficiente de inventario y ventas es fundamental para el éxito de pequeñas empresas como las botillerías. Actualmente, muchas de estas operaciones se realizan de forma manual, lo que genera ineficiencias y limita la capacidad de tomar decisiones informadas.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El proyecto busca mejorar la eficiencia operativa de una botillería, automatizando ventas, stock y reportes.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52" name="Google Shape;152;p2"/>
          <p:cNvSpPr/>
          <p:nvPr/>
        </p:nvSpPr>
        <p:spPr>
          <a:xfrm rot="-6325725">
            <a:off x="3015158" y="765387"/>
            <a:ext cx="173658" cy="173658"/>
          </a:xfrm>
          <a:prstGeom prst="plaqu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"/>
          <p:cNvSpPr/>
          <p:nvPr/>
        </p:nvSpPr>
        <p:spPr>
          <a:xfrm rot="-6325725">
            <a:off x="5953883" y="4203512"/>
            <a:ext cx="173658" cy="173658"/>
          </a:xfrm>
          <a:prstGeom prst="plaqu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60dcd10fc7_0_0"/>
          <p:cNvSpPr txBox="1"/>
          <p:nvPr>
            <p:ph type="title"/>
          </p:nvPr>
        </p:nvSpPr>
        <p:spPr>
          <a:xfrm>
            <a:off x="2301300" y="1101465"/>
            <a:ext cx="45414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ts val="3600"/>
              <a:buNone/>
            </a:pPr>
            <a:r>
              <a:rPr b="1" lang="en" sz="2900">
                <a:solidFill>
                  <a:srgbClr val="000000"/>
                </a:solidFill>
                <a:latin typeface="Albert Sans"/>
                <a:ea typeface="Albert Sans"/>
                <a:cs typeface="Albert Sans"/>
                <a:sym typeface="Albert Sans"/>
              </a:rPr>
              <a:t>OBJETIVO DEL PROYECTO</a:t>
            </a:r>
            <a:endParaRPr b="1" sz="2900"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59" name="Google Shape;159;g360dcd10fc7_0_0"/>
          <p:cNvSpPr txBox="1"/>
          <p:nvPr>
            <p:ph idx="1" type="subTitle"/>
          </p:nvPr>
        </p:nvSpPr>
        <p:spPr>
          <a:xfrm>
            <a:off x="1747500" y="2468003"/>
            <a:ext cx="5649000" cy="13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rPr lang="en">
                <a:solidFill>
                  <a:srgbClr val="111111"/>
                </a:solidFill>
              </a:rPr>
              <a:t>Desarrollar un sistema web para la gestión interna de una botillería, que permita automatizar y optimizar procesos clave como el control de inventario, el registro de ventas y la generación de reportes, mejorando la eficiencia operativa y facilitando la toma de decisiones del negocio.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60" name="Google Shape;160;g360dcd10fc7_0_0"/>
          <p:cNvSpPr/>
          <p:nvPr/>
        </p:nvSpPr>
        <p:spPr>
          <a:xfrm rot="-6325725">
            <a:off x="3015158" y="765387"/>
            <a:ext cx="173658" cy="173658"/>
          </a:xfrm>
          <a:prstGeom prst="plaqu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60dcd10fc7_0_0"/>
          <p:cNvSpPr/>
          <p:nvPr/>
        </p:nvSpPr>
        <p:spPr>
          <a:xfrm rot="-6325725">
            <a:off x="5953883" y="4203512"/>
            <a:ext cx="173658" cy="173658"/>
          </a:xfrm>
          <a:prstGeom prst="plaqu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"/>
          <p:cNvSpPr txBox="1"/>
          <p:nvPr/>
        </p:nvSpPr>
        <p:spPr>
          <a:xfrm>
            <a:off x="0" y="347650"/>
            <a:ext cx="5668200" cy="468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bert Sans Medium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167" name="Google Shape;167;p3"/>
          <p:cNvSpPr txBox="1"/>
          <p:nvPr>
            <p:ph type="title"/>
          </p:nvPr>
        </p:nvSpPr>
        <p:spPr>
          <a:xfrm>
            <a:off x="321550" y="206400"/>
            <a:ext cx="54999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b="1" lang="en" sz="3300"/>
              <a:t>Metodología de Desarrollo</a:t>
            </a:r>
            <a:endParaRPr b="1" sz="3300"/>
          </a:p>
        </p:txBody>
      </p:sp>
      <p:sp>
        <p:nvSpPr>
          <p:cNvPr id="168" name="Google Shape;168;p3"/>
          <p:cNvSpPr txBox="1"/>
          <p:nvPr/>
        </p:nvSpPr>
        <p:spPr>
          <a:xfrm>
            <a:off x="162000" y="2671475"/>
            <a:ext cx="8982000" cy="22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lbert Sans"/>
              <a:buChar char="•"/>
            </a:pPr>
            <a:r>
              <a:rPr b="1" i="0" lang="en" sz="1200" u="none" cap="none" strike="noStrike">
                <a:solidFill>
                  <a:srgbClr val="111111"/>
                </a:solidFill>
                <a:latin typeface="Albert Sans"/>
                <a:ea typeface="Albert Sans"/>
                <a:cs typeface="Albert Sans"/>
                <a:sym typeface="Albert Sans"/>
              </a:rPr>
              <a:t>Factibilidad Operacional</a:t>
            </a:r>
            <a:endParaRPr b="1" i="0" sz="1200" u="none" cap="none" strike="noStrike">
              <a:solidFill>
                <a:srgbClr val="11111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lbert Sans"/>
                <a:ea typeface="Albert Sans"/>
                <a:cs typeface="Albert Sans"/>
                <a:sym typeface="Albert Sans"/>
              </a:rPr>
              <a:t>El sistema es operativamente viable ya que se integra a la rutina del negocio sin interrumpir su funcionamiento. Los usuarios finales requieren una breve capacitación, pero el sistema está diseñado para ser intuitivo y fácil de usar.</a:t>
            </a:r>
            <a:endParaRPr b="0" i="0" sz="1200" u="none" cap="none" strike="noStrike">
              <a:solidFill>
                <a:srgbClr val="000000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lbert Sans"/>
              <a:buChar char="•"/>
            </a:pPr>
            <a:r>
              <a:rPr b="1" i="0" lang="en" sz="1200" u="none" cap="none" strike="noStrike">
                <a:solidFill>
                  <a:srgbClr val="111111"/>
                </a:solidFill>
                <a:latin typeface="Albert Sans"/>
                <a:ea typeface="Albert Sans"/>
                <a:cs typeface="Albert Sans"/>
                <a:sym typeface="Albert Sans"/>
              </a:rPr>
              <a:t>Factibilidad Legal</a:t>
            </a:r>
            <a:endParaRPr b="1" i="0" sz="1600" u="none" cap="none" strike="noStrike">
              <a:solidFill>
                <a:srgbClr val="11111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lbert Sans"/>
                <a:ea typeface="Albert Sans"/>
                <a:cs typeface="Albert Sans"/>
                <a:sym typeface="Albert Sans"/>
              </a:rPr>
              <a:t>No existen barreras legales para la implementación. Se deberá cumplir con la Ley de Protección de Datos Personales chilena en el manejo de información de clientes y empleados.</a:t>
            </a:r>
            <a:endParaRPr b="0" i="0" sz="1300" u="none" cap="none" strike="noStrike">
              <a:solidFill>
                <a:srgbClr val="000000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69" name="Google Shape;169;p3"/>
          <p:cNvSpPr txBox="1"/>
          <p:nvPr/>
        </p:nvSpPr>
        <p:spPr>
          <a:xfrm>
            <a:off x="254275" y="936600"/>
            <a:ext cx="4463700" cy="13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 sz="1200">
                <a:latin typeface="Albert Sans"/>
                <a:ea typeface="Albert Sans"/>
                <a:cs typeface="Albert Sans"/>
                <a:sym typeface="Albert Sans"/>
              </a:rPr>
              <a:t>Kanban </a:t>
            </a:r>
            <a:r>
              <a:rPr b="1" i="0" lang="en" sz="1200" u="none" cap="none" strike="noStrike">
                <a:solidFill>
                  <a:srgbClr val="000000"/>
                </a:solidFill>
                <a:latin typeface="Albert Sans"/>
                <a:ea typeface="Albert Sans"/>
                <a:cs typeface="Albert Sans"/>
                <a:sym typeface="Albert Sans"/>
              </a:rPr>
              <a:t>—</a:t>
            </a:r>
            <a:endParaRPr b="1" i="0" sz="1200" u="none" cap="none" strike="noStrike">
              <a:solidFill>
                <a:srgbClr val="000000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sz="1200"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Para el proyecto utilizaremos la metodología </a:t>
            </a:r>
            <a:r>
              <a:rPr b="1" lang="en" sz="1100"/>
              <a:t>Kanban</a:t>
            </a:r>
            <a:r>
              <a:rPr lang="en" sz="1100"/>
              <a:t>, con un tablero virtual donde se mantendrá a vista el progreso de lo que se está haciendo y lo que falta, facilitando la organización y aparte es adaptable en el caso de que cambien los requisitos.</a:t>
            </a:r>
            <a:endParaRPr b="0" i="0" sz="1400" u="none" cap="none" strike="noStrike">
              <a:solidFill>
                <a:srgbClr val="000000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70" name="Google Shape;170;p3"/>
          <p:cNvSpPr txBox="1"/>
          <p:nvPr/>
        </p:nvSpPr>
        <p:spPr>
          <a:xfrm>
            <a:off x="4892200" y="863750"/>
            <a:ext cx="3787500" cy="1335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lbert Sans"/>
              <a:buChar char="•"/>
            </a:pPr>
            <a:r>
              <a:rPr b="1" i="0" lang="en" sz="1200" u="none" cap="none" strike="noStrike">
                <a:solidFill>
                  <a:srgbClr val="111111"/>
                </a:solidFill>
                <a:latin typeface="Albert Sans"/>
                <a:ea typeface="Albert Sans"/>
                <a:cs typeface="Albert Sans"/>
                <a:sym typeface="Albert Sans"/>
              </a:rPr>
              <a:t>Factibilidad Técnica</a:t>
            </a:r>
            <a:endParaRPr b="1" i="0" sz="1200" u="none" cap="none" strike="noStrike">
              <a:solidFill>
                <a:srgbClr val="11111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lbert Sans"/>
                <a:ea typeface="Albert Sans"/>
                <a:cs typeface="Albert Sans"/>
                <a:sym typeface="Albert Sans"/>
              </a:rPr>
              <a:t>El proyecto es factible dado que se basa en tecnologías web comunes, con disponibilidad de herramientas y frameworks para la gestión de inventario y reportes.</a:t>
            </a:r>
            <a:endParaRPr b="0" i="0" sz="1400" u="none" cap="none" strike="noStrike">
              <a:solidFill>
                <a:srgbClr val="000000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cxnSp>
        <p:nvCxnSpPr>
          <p:cNvPr id="171" name="Google Shape;171;p3"/>
          <p:cNvCxnSpPr/>
          <p:nvPr/>
        </p:nvCxnSpPr>
        <p:spPr>
          <a:xfrm>
            <a:off x="-5" y="2787230"/>
            <a:ext cx="183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p3"/>
          <p:cNvSpPr/>
          <p:nvPr/>
        </p:nvSpPr>
        <p:spPr>
          <a:xfrm>
            <a:off x="1832394" y="2700525"/>
            <a:ext cx="173400" cy="173400"/>
          </a:xfrm>
          <a:prstGeom prst="plaqu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66ea1133b5_0_24"/>
          <p:cNvSpPr txBox="1"/>
          <p:nvPr/>
        </p:nvSpPr>
        <p:spPr>
          <a:xfrm>
            <a:off x="2295450" y="704375"/>
            <a:ext cx="4559700" cy="468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bert Sans Medium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178" name="Google Shape;178;g366ea1133b5_0_24"/>
          <p:cNvSpPr txBox="1"/>
          <p:nvPr>
            <p:ph type="title"/>
          </p:nvPr>
        </p:nvSpPr>
        <p:spPr>
          <a:xfrm>
            <a:off x="723650" y="571500"/>
            <a:ext cx="77040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b="1" lang="en"/>
              <a:t>Tecnologías</a:t>
            </a:r>
            <a:endParaRPr b="1"/>
          </a:p>
        </p:txBody>
      </p:sp>
      <p:sp>
        <p:nvSpPr>
          <p:cNvPr id="179" name="Google Shape;179;g366ea1133b5_0_24"/>
          <p:cNvSpPr txBox="1"/>
          <p:nvPr/>
        </p:nvSpPr>
        <p:spPr>
          <a:xfrm>
            <a:off x="2161250" y="1716400"/>
            <a:ext cx="4828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3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b="1" lang="en" sz="1200"/>
              <a:t>Backend:</a:t>
            </a:r>
            <a:r>
              <a:rPr lang="en" sz="1200"/>
              <a:t> Django (Python) + Flask</a:t>
            </a:r>
            <a:endParaRPr sz="1200"/>
          </a:p>
          <a:p>
            <a:pPr indent="-273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b="1" lang="en" sz="1200"/>
              <a:t>Base de Datos:</a:t>
            </a:r>
            <a:r>
              <a:rPr lang="en" sz="1200"/>
              <a:t> PostgreSQL</a:t>
            </a:r>
            <a:endParaRPr sz="1200"/>
          </a:p>
          <a:p>
            <a:pPr indent="-273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b="1" lang="en" sz="1200"/>
              <a:t>Frontend:</a:t>
            </a:r>
            <a:r>
              <a:rPr lang="en" sz="1200"/>
              <a:t> HTML + Bootstrap</a:t>
            </a:r>
            <a:endParaRPr sz="1200"/>
          </a:p>
          <a:p>
            <a:pPr indent="-273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b="1" lang="en" sz="1200"/>
              <a:t>Reportes:</a:t>
            </a:r>
            <a:r>
              <a:rPr lang="en" sz="1200"/>
              <a:t> Pandas (librería de Python) + Dash</a:t>
            </a:r>
            <a:endParaRPr sz="1200"/>
          </a:p>
          <a:p>
            <a:pPr indent="-273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b="1" lang="en" sz="1200"/>
              <a:t>Autenticación:</a:t>
            </a:r>
            <a:r>
              <a:rPr lang="en" sz="1200"/>
              <a:t> Django Auth para manejar accesos</a:t>
            </a:r>
            <a:endParaRPr b="1"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7bd07548e5_1_0"/>
          <p:cNvSpPr txBox="1"/>
          <p:nvPr/>
        </p:nvSpPr>
        <p:spPr>
          <a:xfrm>
            <a:off x="0" y="347650"/>
            <a:ext cx="5375400" cy="468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bert Sans Medium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185" name="Google Shape;185;g37bd07548e5_1_0"/>
          <p:cNvSpPr txBox="1"/>
          <p:nvPr>
            <p:ph type="title"/>
          </p:nvPr>
        </p:nvSpPr>
        <p:spPr>
          <a:xfrm>
            <a:off x="321550" y="206400"/>
            <a:ext cx="28458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b="1" lang="en" sz="3300"/>
              <a:t>Casos de Uso</a:t>
            </a:r>
            <a:endParaRPr b="1" sz="3300"/>
          </a:p>
        </p:txBody>
      </p:sp>
      <p:sp>
        <p:nvSpPr>
          <p:cNvPr id="186" name="Google Shape;186;g37bd07548e5_1_0"/>
          <p:cNvSpPr txBox="1"/>
          <p:nvPr/>
        </p:nvSpPr>
        <p:spPr>
          <a:xfrm>
            <a:off x="2036250" y="1296075"/>
            <a:ext cx="5556000" cy="30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CU-01: Gestionar Inventario</a:t>
            </a:r>
            <a:br>
              <a:rPr b="1" lang="en" sz="1100"/>
            </a:br>
            <a:r>
              <a:rPr lang="en" sz="1100"/>
              <a:t> Registrar, actualizar y eliminar productos, manteniendo stock en tiempo real.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CU-02: Registrar Venta</a:t>
            </a:r>
            <a:br>
              <a:rPr b="1" lang="en" sz="1100"/>
            </a:br>
            <a:r>
              <a:rPr lang="en" sz="1100"/>
              <a:t> Procesar ventas, descontar stock automáticamente y emitir boleta/recibo.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CU-03: Generar Reportes de Ventas</a:t>
            </a:r>
            <a:br>
              <a:rPr b="1" lang="en" sz="1100"/>
            </a:br>
            <a:r>
              <a:rPr lang="en" sz="1100"/>
              <a:t> Reportes diarios, semanales o mensuales (totales, por producto, categoría).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CU-04: Consultar Tendencias de Consumo</a:t>
            </a:r>
            <a:br>
              <a:rPr b="1" lang="en" sz="1100"/>
            </a:br>
            <a:r>
              <a:rPr lang="en" sz="1100"/>
              <a:t> Mostrar estadísticas de productos más vendidos y patrones de compra.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CU-05: Gestionar Usuarios</a:t>
            </a:r>
            <a:br>
              <a:rPr b="1" lang="en" sz="1100"/>
            </a:br>
            <a:r>
              <a:rPr lang="en" sz="1100"/>
              <a:t> Administración de roles y permisos (cajero, administrador).</a:t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sz="1200"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7bd07548e5_1_12"/>
          <p:cNvSpPr txBox="1"/>
          <p:nvPr/>
        </p:nvSpPr>
        <p:spPr>
          <a:xfrm>
            <a:off x="0" y="347650"/>
            <a:ext cx="4879200" cy="468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bert Sans Medium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lbert Sans Medium"/>
              <a:ea typeface="Albert Sans Medium"/>
              <a:cs typeface="Albert Sans Medium"/>
              <a:sym typeface="Albert Sans Medium"/>
            </a:endParaRPr>
          </a:p>
        </p:txBody>
      </p:sp>
      <p:sp>
        <p:nvSpPr>
          <p:cNvPr id="192" name="Google Shape;192;g37bd07548e5_1_12"/>
          <p:cNvSpPr txBox="1"/>
          <p:nvPr>
            <p:ph type="title"/>
          </p:nvPr>
        </p:nvSpPr>
        <p:spPr>
          <a:xfrm>
            <a:off x="321550" y="206400"/>
            <a:ext cx="2845800" cy="7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b="1" lang="en" sz="3300"/>
              <a:t>Requisitos</a:t>
            </a:r>
            <a:endParaRPr b="1" sz="3300"/>
          </a:p>
        </p:txBody>
      </p:sp>
      <p:sp>
        <p:nvSpPr>
          <p:cNvPr id="193" name="Google Shape;193;g37bd07548e5_1_12"/>
          <p:cNvSpPr txBox="1"/>
          <p:nvPr/>
        </p:nvSpPr>
        <p:spPr>
          <a:xfrm>
            <a:off x="261150" y="1099225"/>
            <a:ext cx="3907800" cy="39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Funcionales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Gestión de inventario en tiempo real.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Registro de ventas con actualización automática de stock.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Generación de reportes filtrados (fechas, productos, categorías).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Emisión de boletas/recibos digitales o impresos.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Gestión de usuarios con roles y permisos.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Consultar tendencias de consumo mediante reportes visuales.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Registro histórico de operaciones.</a:t>
            </a:r>
            <a:endParaRPr b="1" sz="1100"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sz="1200"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194" name="Google Shape;194;g37bd07548e5_1_12"/>
          <p:cNvSpPr txBox="1"/>
          <p:nvPr/>
        </p:nvSpPr>
        <p:spPr>
          <a:xfrm>
            <a:off x="4975100" y="1099225"/>
            <a:ext cx="3907800" cy="25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No Funcionales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Interfaz simple e intuitiva.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Acceso seguro con usuario y contraseña.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Compatible con navegadores web comunes.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Respuesta rápida (&lt;2 segundos en operaciones).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sz="1200"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"/>
          <p:cNvSpPr txBox="1"/>
          <p:nvPr>
            <p:ph type="title"/>
          </p:nvPr>
        </p:nvSpPr>
        <p:spPr>
          <a:xfrm>
            <a:off x="665250" y="571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b="1" lang="en"/>
              <a:t>Organización</a:t>
            </a:r>
            <a:endParaRPr b="1">
              <a:latin typeface="Albert Sans"/>
              <a:ea typeface="Albert Sans"/>
              <a:cs typeface="Albert Sans"/>
              <a:sym typeface="Albert Sans"/>
            </a:endParaRPr>
          </a:p>
        </p:txBody>
      </p:sp>
      <p:cxnSp>
        <p:nvCxnSpPr>
          <p:cNvPr id="200" name="Google Shape;200;p9"/>
          <p:cNvCxnSpPr/>
          <p:nvPr/>
        </p:nvCxnSpPr>
        <p:spPr>
          <a:xfrm>
            <a:off x="-612605" y="1755930"/>
            <a:ext cx="183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" name="Google Shape;201;p9"/>
          <p:cNvCxnSpPr/>
          <p:nvPr/>
        </p:nvCxnSpPr>
        <p:spPr>
          <a:xfrm>
            <a:off x="-985430" y="2196943"/>
            <a:ext cx="183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" name="Google Shape;202;p9"/>
          <p:cNvCxnSpPr/>
          <p:nvPr/>
        </p:nvCxnSpPr>
        <p:spPr>
          <a:xfrm>
            <a:off x="-1450805" y="2672443"/>
            <a:ext cx="183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9"/>
          <p:cNvSpPr/>
          <p:nvPr/>
        </p:nvSpPr>
        <p:spPr>
          <a:xfrm>
            <a:off x="1219794" y="1669225"/>
            <a:ext cx="173400" cy="173400"/>
          </a:xfrm>
          <a:prstGeom prst="plaqu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846969" y="2110262"/>
            <a:ext cx="173400" cy="173400"/>
          </a:xfrm>
          <a:prstGeom prst="plaqu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381594" y="2585762"/>
            <a:ext cx="173400" cy="173400"/>
          </a:xfrm>
          <a:prstGeom prst="plaqu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9"/>
          <p:cNvSpPr txBox="1"/>
          <p:nvPr/>
        </p:nvSpPr>
        <p:spPr>
          <a:xfrm>
            <a:off x="1435500" y="1465350"/>
            <a:ext cx="7568700" cy="30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Vamos a tener un </a:t>
            </a:r>
            <a:r>
              <a:rPr b="1" lang="en" sz="1100"/>
              <a:t>tablero Kanban</a:t>
            </a:r>
            <a:r>
              <a:rPr lang="en" sz="1100"/>
              <a:t> (probablemente en Trello) donde dividimos todas las tareas en: </a:t>
            </a:r>
            <a:r>
              <a:rPr i="1" lang="en" sz="1100"/>
              <a:t>Pendientes, En Progreso y Terminado</a:t>
            </a:r>
            <a:r>
              <a:rPr lang="en" sz="1100"/>
              <a:t>.</a:t>
            </a:r>
            <a:br>
              <a:rPr lang="en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Las prioridades se van ordenando según lo que más necesita la botillería (ejemplo: primero inventario que es la prioridad, después ventas, y así con los demás módulos).</a:t>
            </a:r>
            <a:br>
              <a:rPr lang="en" sz="1100"/>
            </a:b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Las entregas las vamos a hacer por incrementos, o sea, un módulo a la vez. Así, desde temprano se va a poder usar el sistema, aunque no esté todo completo todavía, pero para ir viendo cómo funciona.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La idea es juntarnos cada cierto tiempo, en base a la disponibilidad de cada uno, para revisar lo que ya está funcionando y ver qué hay que ajustar antes de pasar al siguiente módulo.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Podríamos dividirnos las tareas en base a desarrollo Frontend, Backend, Reportes y entre otros pero nuestra metodología siempre ha sido de ayuda mutua así que no tendría mucho sentido, de igual manera más adelante iremos definiendo quién se encargará de </a:t>
            </a:r>
            <a:r>
              <a:rPr lang="en" sz="1100"/>
              <a:t>que</a:t>
            </a:r>
            <a:r>
              <a:rPr lang="en" sz="1100"/>
              <a:t> en base al dominio de cada uno.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lear &amp; Simple Business Meeting by Slidesgo">
  <a:themeElements>
    <a:clrScheme name="Simple Light">
      <a:dk1>
        <a:srgbClr val="2A362D"/>
      </a:dk1>
      <a:lt1>
        <a:srgbClr val="EFEEF4"/>
      </a:lt1>
      <a:dk2>
        <a:srgbClr val="B2BBDA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HaRu</dc:creator>
</cp:coreProperties>
</file>